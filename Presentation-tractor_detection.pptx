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>
        <p:scale>
          <a:sx n="75" d="100"/>
          <a:sy n="75" d="100"/>
        </p:scale>
        <p:origin x="324" y="-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5860D-F4DF-411A-AEA8-3403748FB9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9514FE-4CED-49A5-A196-EF80DCD2F7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12202-D1B8-49FF-AFEB-E80973654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E53FF-DAD9-46BB-901C-9821023D29D2}" type="datetimeFigureOut">
              <a:rPr lang="pt-PT" smtClean="0"/>
              <a:t>24/04/2026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D9BC2-8871-48E5-8F09-D1602A7E9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43923-2035-4797-8C49-EDF2284DD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08DB1-6694-42C6-9845-2BD309C2C48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29388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8C5BC-CB35-4C6B-9ABB-C9DEDF9B1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1375-1188-49EB-ACAB-F186517FB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35674C-875E-4B5C-A067-E33E16530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E53FF-DAD9-46BB-901C-9821023D29D2}" type="datetimeFigureOut">
              <a:rPr lang="pt-PT" smtClean="0"/>
              <a:t>24/04/2026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71B01-3F6A-45F0-BC96-5C1421EEE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C005C-BE4E-428C-A26B-456228C02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08DB1-6694-42C6-9845-2BD309C2C48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79197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9149E-C2DC-4CC3-AE3F-2D8EB8C0C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C54FAC-5EB6-4D77-9267-A0E36BDD5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B39D-58D8-43A3-8CE9-09DF46624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E53FF-DAD9-46BB-901C-9821023D29D2}" type="datetimeFigureOut">
              <a:rPr lang="pt-PT" smtClean="0"/>
              <a:t>24/04/2026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6AB5C-D052-4146-A044-28F628E35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2DFFC-33A1-4430-B51B-CB28FE765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08DB1-6694-42C6-9845-2BD309C2C48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58409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2B9FB-6908-4075-9875-A8AB38B31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FBCD1-DC1B-4548-8D43-68B491E895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83C215-FFAA-4DF0-B2DE-47C311FDC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1AACBF-DD1D-4C8A-95D8-FE0480590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E53FF-DAD9-46BB-901C-9821023D29D2}" type="datetimeFigureOut">
              <a:rPr lang="pt-PT" smtClean="0"/>
              <a:t>24/04/2026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3A10F2-40A3-4238-B4C3-617D7358A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449B69-1688-40D6-A5A4-79D8871F2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08DB1-6694-42C6-9845-2BD309C2C48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00998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FA941-B1E7-41DB-8859-E10D11121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E044C3-224D-4278-B0CA-265C7B2BC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726052-9FDC-447D-B232-69638334D6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A4E105-65C0-4876-958D-DEE1E40B15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6048BB-115E-4CB2-BFE6-8061BAB6A3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ADDABE-DD09-4D1C-94B4-C530C3BA8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E53FF-DAD9-46BB-901C-9821023D29D2}" type="datetimeFigureOut">
              <a:rPr lang="pt-PT" smtClean="0"/>
              <a:t>24/04/2026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1BC545-79B0-40EC-B15F-E18FF0A95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129F22-1D9B-45CD-8C90-ED2B47947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08DB1-6694-42C6-9845-2BD309C2C48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58820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530A-9E2B-4CFD-9CE4-40D7ACC7E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31D184-4ECB-40AE-8654-B49C7AEAC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E53FF-DAD9-46BB-901C-9821023D29D2}" type="datetimeFigureOut">
              <a:rPr lang="pt-PT" smtClean="0"/>
              <a:t>24/04/2026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069086-247D-4193-ACFD-5EA568C7C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9FA3F0-85C5-4637-8A8F-81661D5AA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08DB1-6694-42C6-9845-2BD309C2C48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34893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87DD29-8C14-4330-992C-75029B7F3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E53FF-DAD9-46BB-901C-9821023D29D2}" type="datetimeFigureOut">
              <a:rPr lang="pt-PT" smtClean="0"/>
              <a:t>24/04/2026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AAF4C5-EBF1-45CC-9930-D322A46E4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4E558D-D958-49C9-911D-C299F4DB6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08DB1-6694-42C6-9845-2BD309C2C48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1264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F6D1D-4715-463B-9C2D-14B4B5C26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1A48F-94BF-4EE2-852D-5809A2AF2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6FFDFA-8E90-44A3-8EB1-D83903EC54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5006FA-1AA9-4905-89AE-27E5FF3FB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E53FF-DAD9-46BB-901C-9821023D29D2}" type="datetimeFigureOut">
              <a:rPr lang="pt-PT" smtClean="0"/>
              <a:t>24/04/2026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43220-5E97-420E-8A82-EFD6E0D7B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F73673-29E5-468E-8C93-1EAE3CDEF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08DB1-6694-42C6-9845-2BD309C2C48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30333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C6AE8-CDB3-470F-BAC8-1C8855E51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204CD6-7914-4F7A-897A-8AC3995767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F4FAE3-485F-4825-BB0F-B82C2DA815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DDE489-A5B7-461C-8B9C-EECF2D4C5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E53FF-DAD9-46BB-901C-9821023D29D2}" type="datetimeFigureOut">
              <a:rPr lang="pt-PT" smtClean="0"/>
              <a:t>24/04/2026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BFACE0-BEF5-439B-AD99-479139BE6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4E6A8B-F01B-4813-9A39-B1FC413BD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08DB1-6694-42C6-9845-2BD309C2C48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95439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DBBB6-FEDB-450B-B117-98D9A65BF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B84DFA-EED0-4A8A-B095-4F1CBB9D25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BF695-B3D8-4974-8B60-3DAEDDEF0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E53FF-DAD9-46BB-901C-9821023D29D2}" type="datetimeFigureOut">
              <a:rPr lang="pt-PT" smtClean="0"/>
              <a:t>24/04/2026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71B15C-FDF4-4009-8A13-4EE58309A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BC1FF-3029-4D9D-A9B4-4374CD4C5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08DB1-6694-42C6-9845-2BD309C2C48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43360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E115D1-03EE-482F-865A-A6F83B969E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40288D-71CB-430E-A6CB-7B4D7B0439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8D7AD-35C7-49D2-B190-40679C929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E53FF-DAD9-46BB-901C-9821023D29D2}" type="datetimeFigureOut">
              <a:rPr lang="pt-PT" smtClean="0"/>
              <a:t>24/04/2026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D5139-9F20-4F39-9167-63DCDCCB9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CC4A5-7576-4A71-9F32-953EB00AE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08DB1-6694-42C6-9845-2BD309C2C48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54941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CBDC8E-22AD-4E99-9885-7489B4D1F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172A14-F190-4E87-A6C3-1BA107953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EE7452-FFEC-4B51-BA8B-E3EFA9684D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8E53FF-DAD9-46BB-901C-9821023D29D2}" type="datetimeFigureOut">
              <a:rPr lang="pt-PT" smtClean="0"/>
              <a:t>24/04/2026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DE280-5FFA-4844-81CE-5BB33D9D45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B5B9E-B6BD-4E3B-ABB1-E282BD5788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F08DB1-6694-42C6-9845-2BD309C2C48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65484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3E0FB-DE0A-48D4-8113-EA72CF4B92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8640278" cy="45719"/>
          </a:xfrm>
        </p:spPr>
        <p:txBody>
          <a:bodyPr>
            <a:normAutofit fontScale="90000"/>
          </a:bodyPr>
          <a:lstStyle/>
          <a:p>
            <a:r>
              <a:rPr lang="pt-PT" dirty="0" err="1"/>
              <a:t>Tractor</a:t>
            </a:r>
            <a:r>
              <a:rPr lang="pt-PT" dirty="0"/>
              <a:t> </a:t>
            </a:r>
            <a:r>
              <a:rPr lang="pt-PT" dirty="0" err="1"/>
              <a:t>detector</a:t>
            </a:r>
            <a:r>
              <a:rPr lang="pt-PT" dirty="0"/>
              <a:t> </a:t>
            </a:r>
            <a:r>
              <a:rPr lang="pt-PT" dirty="0" err="1"/>
              <a:t>with</a:t>
            </a:r>
            <a:r>
              <a:rPr lang="pt-PT" dirty="0"/>
              <a:t>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90BEAD-F8E4-46E6-A1A5-2AE4582D6B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PT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194C1E0-56F1-4AF9-BE23-8B81D68840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974" y="1122363"/>
            <a:ext cx="11694052" cy="5498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485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35F26-6AAB-4E44-B7B4-64D954268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Dataset</a:t>
            </a:r>
            <a:r>
              <a:rPr lang="pt-PT" dirty="0"/>
              <a:t> </a:t>
            </a:r>
            <a:r>
              <a:rPr lang="pt-PT" dirty="0" err="1"/>
              <a:t>Creation</a:t>
            </a:r>
            <a:r>
              <a:rPr lang="pt-PT" dirty="0"/>
              <a:t> &amp; Data </a:t>
            </a:r>
            <a:r>
              <a:rPr lang="pt-PT" dirty="0" err="1"/>
              <a:t>Annotation</a:t>
            </a:r>
            <a:endParaRPr lang="pt-PT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7DDFDC-4933-4AC0-876C-B0C361B2B3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0259" y="1825625"/>
            <a:ext cx="10311482" cy="4351338"/>
          </a:xfrm>
        </p:spPr>
      </p:pic>
    </p:spTree>
    <p:extLst>
      <p:ext uri="{BB962C8B-B14F-4D97-AF65-F5344CB8AC3E}">
        <p14:creationId xmlns:p14="http://schemas.microsoft.com/office/powerpoint/2010/main" val="911270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695F8-7391-47C0-8253-6AE5AED29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YOLOv8 </a:t>
            </a:r>
            <a:r>
              <a:rPr lang="pt-PT" dirty="0" err="1"/>
              <a:t>Model</a:t>
            </a:r>
            <a:r>
              <a:rPr lang="pt-PT" dirty="0"/>
              <a:t> Training &amp; </a:t>
            </a:r>
            <a:r>
              <a:rPr lang="pt-PT" dirty="0" err="1"/>
              <a:t>Evaluation</a:t>
            </a:r>
            <a:endParaRPr lang="pt-PT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57404B-AD0A-4C9A-BFB7-5358AA93D2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6607" y="3497007"/>
            <a:ext cx="5991736" cy="2995868"/>
          </a:xfrm>
          <a:prstGeom prst="rect">
            <a:avLst/>
          </a:prstGeo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408838AA-4C66-4AB7-8533-22AFC7E4AE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3657" y="1191514"/>
            <a:ext cx="6724686" cy="2237486"/>
          </a:xfrm>
        </p:spPr>
      </p:pic>
    </p:spTree>
    <p:extLst>
      <p:ext uri="{BB962C8B-B14F-4D97-AF65-F5344CB8AC3E}">
        <p14:creationId xmlns:p14="http://schemas.microsoft.com/office/powerpoint/2010/main" val="3842967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F8D7B-5F90-4419-803C-EA079E9A0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Real-Time </a:t>
            </a:r>
            <a:r>
              <a:rPr lang="pt-PT" dirty="0" err="1"/>
              <a:t>Monitoring</a:t>
            </a:r>
            <a:r>
              <a:rPr lang="pt-PT" dirty="0"/>
              <a:t> </a:t>
            </a:r>
            <a:r>
              <a:rPr lang="pt-PT" dirty="0" err="1"/>
              <a:t>Dashboard</a:t>
            </a:r>
            <a:endParaRPr lang="pt-PT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997F49-E083-4440-90F8-EA844C3A5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87FEEF-E1FA-4740-834E-70E15A61A9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950" y="1346242"/>
            <a:ext cx="11722100" cy="5511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034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EA971-C69F-44FD-880A-FA22CF2AB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Processing</a:t>
            </a:r>
            <a:r>
              <a:rPr lang="pt-PT" dirty="0"/>
              <a:t> Module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B104B5-D6C5-4346-893E-7A824D586E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9394" y="1825625"/>
            <a:ext cx="6233212" cy="4351338"/>
          </a:xfrm>
        </p:spPr>
      </p:pic>
    </p:spTree>
    <p:extLst>
      <p:ext uri="{BB962C8B-B14F-4D97-AF65-F5344CB8AC3E}">
        <p14:creationId xmlns:p14="http://schemas.microsoft.com/office/powerpoint/2010/main" val="2280932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4CC9A-FBF9-4CF5-B031-1A335E0B7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Next</a:t>
            </a:r>
            <a:r>
              <a:rPr lang="pt-PT" dirty="0"/>
              <a:t> </a:t>
            </a:r>
            <a:r>
              <a:rPr lang="pt-PT" dirty="0" err="1"/>
              <a:t>project</a:t>
            </a:r>
            <a:r>
              <a:rPr lang="pt-PT" dirty="0"/>
              <a:t> – </a:t>
            </a:r>
            <a:r>
              <a:rPr lang="pt-PT" dirty="0" err="1"/>
              <a:t>Plates</a:t>
            </a:r>
            <a:r>
              <a:rPr lang="pt-PT" dirty="0"/>
              <a:t> </a:t>
            </a:r>
            <a:r>
              <a:rPr lang="pt-PT" dirty="0" err="1"/>
              <a:t>failures</a:t>
            </a:r>
            <a:endParaRPr lang="pt-PT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0E7AD8-C173-4069-BDCB-7ED65AB5E3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2284724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24</Words>
  <Application>Microsoft Office PowerPoint</Application>
  <PresentationFormat>Widescreen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Tractor detector with AI</vt:lpstr>
      <vt:lpstr>Dataset Creation &amp; Data Annotation</vt:lpstr>
      <vt:lpstr>YOLOv8 Model Training &amp; Evaluation</vt:lpstr>
      <vt:lpstr>Real-Time Monitoring Dashboard</vt:lpstr>
      <vt:lpstr>Processing Module</vt:lpstr>
      <vt:lpstr>Next project – Plates failures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Tractor detecter with AI</dc:title>
  <dc:creator>Francisco Ribeiro Rodrigues</dc:creator>
  <cp:lastModifiedBy>Francisco Ribeiro Rodrigues</cp:lastModifiedBy>
  <cp:revision>8</cp:revision>
  <dcterms:created xsi:type="dcterms:W3CDTF">2026-04-24T10:03:57Z</dcterms:created>
  <dcterms:modified xsi:type="dcterms:W3CDTF">2026-04-24T11:28:10Z</dcterms:modified>
</cp:coreProperties>
</file>